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8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4C2846-9540-C8E5-B9FC-81A162DE9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2911537-247B-3E71-25D7-456A937C2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34E169-74C9-60D2-1048-9A8C33D92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0797-40EC-43EC-8EAF-9708E83979FF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39B705-9F1C-4783-3E8F-6B8FFD7EC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ADB378-9189-4248-F936-CBAD9F53A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D5A6-C100-4978-8E24-2F4222B01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376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78D7EF-E7F3-DDC0-056E-68D92765C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C6376E-2B14-23F0-9F41-B94F7616B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AA9EBA-459B-AB27-2308-8117F7DD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0797-40EC-43EC-8EAF-9708E83979FF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F166F1-5380-F554-33ED-A0E1AE823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F4E23D-5665-98EF-AFA1-D84D20C6F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D5A6-C100-4978-8E24-2F4222B01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967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15119-4236-407B-A5B5-109DA1194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3F455D-F2AC-9954-481C-542207435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6B892B-5212-25B5-7996-00BEF9923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0797-40EC-43EC-8EAF-9708E83979FF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FF3725-4164-99BA-0005-C8D72F38F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FA16C6-7C47-65C7-C2FB-064106905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D5A6-C100-4978-8E24-2F4222B01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189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9E968-01D9-516A-9301-54587BD9F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19C2B9-7DAC-0CF5-A120-EDACB3A476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DCBFCC-38D5-5DF4-00CF-5D4081596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CC0BC8-C2D0-D18C-5473-40CAA68EA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0797-40EC-43EC-8EAF-9708E83979FF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64A0A1-179D-2D1F-AC25-25C68D436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87BD4E-EC42-C485-AA3C-1A2F4E36B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D5A6-C100-4978-8E24-2F4222B01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763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878FF7-6CA5-3D83-A96B-1438F38F4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D7E89F-2942-FB86-2E87-F1FDCEBA6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D9A358-907B-AD9E-5B78-EAE950497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AD2D110-878F-30EC-CD06-E393AFF94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2E697E-F38D-BD79-C904-CA95EC850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9C41164-6D89-3AC0-4673-FE428C77F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0797-40EC-43EC-8EAF-9708E83979FF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583EAD2-F3BC-1A48-BAA8-FE703E66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B87FABA-D013-96D2-0BB5-674018AD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D5A6-C100-4978-8E24-2F4222B01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70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2CCF5-4010-0818-AA39-2D476408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DBF33FA-F7D8-6A2B-B0C0-05AED6A5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0797-40EC-43EC-8EAF-9708E83979FF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F53C82-8133-6F44-7B86-24766472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9FB571-5B88-2758-73A9-20B8894A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D5A6-C100-4978-8E24-2F4222B01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97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06F6FC5-1B49-8983-1980-84174324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0797-40EC-43EC-8EAF-9708E83979FF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DA6C2C-BA88-5047-55D1-1F191A673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42FC73-2276-497C-F722-040BC67C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D5A6-C100-4978-8E24-2F4222B01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807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A1ACE9-876D-4AD1-06AD-40F3DA814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5D9EAF-EA62-6577-9C8F-E900FF8A2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BD7204-92FF-AE6C-1FC5-022632BE6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F21C3C-E0FE-79D6-58E6-8E57A9F4C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0797-40EC-43EC-8EAF-9708E83979FF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16D7F1-2F89-C320-0960-44A7302E1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D9889E-CF83-8F19-B1D2-1B71794BF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D5A6-C100-4978-8E24-2F4222B01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446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8AC6C-8A6D-36B1-FA37-B75B4667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0273EC3-8E03-177F-7F28-1A6786F97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2CBA050-B5BD-EA8B-C0AB-22EEEF5B6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B0F257-9426-30C1-353C-9DD6F807F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0797-40EC-43EC-8EAF-9708E83979FF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568783-0837-272D-DBD8-759A1FCE1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E3A113-DBF5-2DCB-EB81-DCBCD87B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D5A6-C100-4978-8E24-2F4222B01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66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8A06FB-A82A-5C9C-4778-9DE60EE9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D9DA5C-017D-2995-3673-33C0EA047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B9DC79-39F4-75D0-1EFC-06C6AB75B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0797-40EC-43EC-8EAF-9708E83979FF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FBCB0-AC38-1A11-552E-D7D9FBF69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0CFF41-B337-0EAA-0D96-736D08D4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D5A6-C100-4978-8E24-2F4222B01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605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96F99E8-2FDC-8839-9921-114FFE1936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EF8F70-925D-7223-18A9-4D4E4FCA9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5A554D-D9C5-4922-E965-37B928799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0797-40EC-43EC-8EAF-9708E83979FF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FEB2DA-70FE-C0D8-8CF1-3B9713B79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1808D3-90EA-92AF-6FEE-51D56603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D5A6-C100-4978-8E24-2F4222B01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72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56DDCC-988A-96BD-693A-80B3ACDA5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7AF074-3C6C-7A80-4480-27095E431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99A1A5-8F07-053D-7545-48996B4592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AA0797-40EC-43EC-8EAF-9708E83979FF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05C10-3195-2180-F39A-EA68F9892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E8B0DC-038F-3C3B-F0B9-57E7C79AB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4D5A6-C100-4978-8E24-2F4222B01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5378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123C27-86D2-E45E-2BE9-193A445E7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838"/>
            <a:ext cx="12192000" cy="50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65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4E1BF4-7C8D-272C-F2C3-B472FAE836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7"/>
          <a:stretch/>
        </p:blipFill>
        <p:spPr>
          <a:xfrm>
            <a:off x="277586" y="795277"/>
            <a:ext cx="11914414" cy="526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645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1AC6B7-0FDD-0AF9-92C2-29DD80CBF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4541"/>
            <a:ext cx="12192000" cy="496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09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28DAD8-B4D8-E58B-8A5D-C4DB2CF6B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053"/>
            <a:ext cx="12192000" cy="522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538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687E7B-9F62-51F5-6434-9315192AB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7226"/>
            <a:ext cx="12192000" cy="516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015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87C4E8-45AD-B1CD-539B-F424C6E50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69" y="0"/>
            <a:ext cx="103356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88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CABE4E-9B79-3969-8F60-94DD0BF9A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4708"/>
            <a:ext cx="12192000" cy="506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77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Высоцков</dc:creator>
  <cp:lastModifiedBy>Егор Высоцков</cp:lastModifiedBy>
  <cp:revision>1</cp:revision>
  <dcterms:created xsi:type="dcterms:W3CDTF">2026-10-04T12:55:20Z</dcterms:created>
  <dcterms:modified xsi:type="dcterms:W3CDTF">2026-10-04T15:14:15Z</dcterms:modified>
</cp:coreProperties>
</file>